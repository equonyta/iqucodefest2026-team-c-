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3" r:id="rId6"/>
    <p:sldId id="264" r:id="rId7"/>
    <p:sldId id="267" r:id="rId8"/>
    <p:sldId id="261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8BDF9-E47E-49BF-ADAA-DF34430BC6A9}" v="90" dt="2026-06-02T19:14:17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emare, Jordan" userId="47a30af8-7207-483b-89f6-9d0e44ac4c12" providerId="ADAL" clId="{D17E70D5-4E68-4363-80A0-C91E274CBF55}"/>
    <pc:docChg chg="undo custSel addSld delSld modSld sldOrd">
      <pc:chgData name="Bellemare, Jordan" userId="47a30af8-7207-483b-89f6-9d0e44ac4c12" providerId="ADAL" clId="{D17E70D5-4E68-4363-80A0-C91E274CBF55}" dt="2026-06-02T19:14:12.313" v="2013" actId="20577"/>
      <pc:docMkLst>
        <pc:docMk/>
      </pc:docMkLst>
      <pc:sldChg chg="modSp mod">
        <pc:chgData name="Bellemare, Jordan" userId="47a30af8-7207-483b-89f6-9d0e44ac4c12" providerId="ADAL" clId="{D17E70D5-4E68-4363-80A0-C91E274CBF55}" dt="2026-06-02T17:49:17.690" v="1275" actId="20577"/>
        <pc:sldMkLst>
          <pc:docMk/>
          <pc:sldMk cId="718613867" sldId="256"/>
        </pc:sldMkLst>
        <pc:spChg chg="mod">
          <ac:chgData name="Bellemare, Jordan" userId="47a30af8-7207-483b-89f6-9d0e44ac4c12" providerId="ADAL" clId="{D17E70D5-4E68-4363-80A0-C91E274CBF55}" dt="2026-06-02T16:41:27.434" v="1220" actId="20577"/>
          <ac:spMkLst>
            <pc:docMk/>
            <pc:sldMk cId="718613867" sldId="256"/>
            <ac:spMk id="2" creationId="{F24414F1-0048-D83B-3384-9836F88021B3}"/>
          </ac:spMkLst>
        </pc:spChg>
        <pc:spChg chg="mod">
          <ac:chgData name="Bellemare, Jordan" userId="47a30af8-7207-483b-89f6-9d0e44ac4c12" providerId="ADAL" clId="{D17E70D5-4E68-4363-80A0-C91E274CBF55}" dt="2026-06-02T17:49:17.690" v="1275" actId="20577"/>
          <ac:spMkLst>
            <pc:docMk/>
            <pc:sldMk cId="718613867" sldId="256"/>
            <ac:spMk id="3" creationId="{308287F9-3FAF-256E-D604-92022448CB7E}"/>
          </ac:spMkLst>
        </pc:spChg>
      </pc:sldChg>
      <pc:sldChg chg="del">
        <pc:chgData name="Bellemare, Jordan" userId="47a30af8-7207-483b-89f6-9d0e44ac4c12" providerId="ADAL" clId="{D17E70D5-4E68-4363-80A0-C91E274CBF55}" dt="2026-06-02T18:01:08.362" v="1276" actId="47"/>
        <pc:sldMkLst>
          <pc:docMk/>
          <pc:sldMk cId="865368190" sldId="257"/>
        </pc:sldMkLst>
      </pc:sldChg>
      <pc:sldChg chg="addSp modSp">
        <pc:chgData name="Bellemare, Jordan" userId="47a30af8-7207-483b-89f6-9d0e44ac4c12" providerId="ADAL" clId="{D17E70D5-4E68-4363-80A0-C91E274CBF55}" dt="2026-06-02T13:30:10.911" v="2"/>
        <pc:sldMkLst>
          <pc:docMk/>
          <pc:sldMk cId="3810919911" sldId="258"/>
        </pc:sldMkLst>
        <pc:spChg chg="add mod">
          <ac:chgData name="Bellemare, Jordan" userId="47a30af8-7207-483b-89f6-9d0e44ac4c12" providerId="ADAL" clId="{D17E70D5-4E68-4363-80A0-C91E274CBF55}" dt="2026-06-02T13:30:10.911" v="2"/>
          <ac:spMkLst>
            <pc:docMk/>
            <pc:sldMk cId="3810919911" sldId="258"/>
            <ac:spMk id="4" creationId="{CE7710E9-86B4-C58C-8861-7E928317BF87}"/>
          </ac:spMkLst>
        </pc:spChg>
      </pc:sldChg>
      <pc:sldChg chg="modSp mod">
        <pc:chgData name="Bellemare, Jordan" userId="47a30af8-7207-483b-89f6-9d0e44ac4c12" providerId="ADAL" clId="{D17E70D5-4E68-4363-80A0-C91E274CBF55}" dt="2026-06-02T18:17:31.160" v="1493" actId="20577"/>
        <pc:sldMkLst>
          <pc:docMk/>
          <pc:sldMk cId="766185960" sldId="260"/>
        </pc:sldMkLst>
        <pc:spChg chg="mod">
          <ac:chgData name="Bellemare, Jordan" userId="47a30af8-7207-483b-89f6-9d0e44ac4c12" providerId="ADAL" clId="{D17E70D5-4E68-4363-80A0-C91E274CBF55}" dt="2026-06-02T02:58:10.892" v="0" actId="313"/>
          <ac:spMkLst>
            <pc:docMk/>
            <pc:sldMk cId="766185960" sldId="260"/>
            <ac:spMk id="2" creationId="{84A5EBFF-7A0B-9C4B-2658-A444A0F9A851}"/>
          </ac:spMkLst>
        </pc:spChg>
        <pc:spChg chg="mod">
          <ac:chgData name="Bellemare, Jordan" userId="47a30af8-7207-483b-89f6-9d0e44ac4c12" providerId="ADAL" clId="{D17E70D5-4E68-4363-80A0-C91E274CBF55}" dt="2026-06-02T18:17:31.160" v="1493" actId="20577"/>
          <ac:spMkLst>
            <pc:docMk/>
            <pc:sldMk cId="766185960" sldId="260"/>
            <ac:spMk id="3" creationId="{46B3255B-74BC-6B46-A8EE-B0A1ACF277BA}"/>
          </ac:spMkLst>
        </pc:spChg>
      </pc:sldChg>
      <pc:sldChg chg="addSp modSp new mod">
        <pc:chgData name="Bellemare, Jordan" userId="47a30af8-7207-483b-89f6-9d0e44ac4c12" providerId="ADAL" clId="{D17E70D5-4E68-4363-80A0-C91E274CBF55}" dt="2026-06-02T19:00:19.206" v="1870" actId="20577"/>
        <pc:sldMkLst>
          <pc:docMk/>
          <pc:sldMk cId="3478156281" sldId="261"/>
        </pc:sldMkLst>
        <pc:spChg chg="mod">
          <ac:chgData name="Bellemare, Jordan" userId="47a30af8-7207-483b-89f6-9d0e44ac4c12" providerId="ADAL" clId="{D17E70D5-4E68-4363-80A0-C91E274CBF55}" dt="2026-06-02T18:46:43.530" v="1734" actId="20577"/>
          <ac:spMkLst>
            <pc:docMk/>
            <pc:sldMk cId="3478156281" sldId="261"/>
            <ac:spMk id="2" creationId="{153317F6-1AC9-AE35-3A13-8D5085B187D4}"/>
          </ac:spMkLst>
        </pc:spChg>
        <pc:spChg chg="mod">
          <ac:chgData name="Bellemare, Jordan" userId="47a30af8-7207-483b-89f6-9d0e44ac4c12" providerId="ADAL" clId="{D17E70D5-4E68-4363-80A0-C91E274CBF55}" dt="2026-06-02T19:00:19.206" v="1870" actId="20577"/>
          <ac:spMkLst>
            <pc:docMk/>
            <pc:sldMk cId="3478156281" sldId="261"/>
            <ac:spMk id="3" creationId="{30255151-B041-5B0B-6A79-F683DDC95213}"/>
          </ac:spMkLst>
        </pc:spChg>
        <pc:spChg chg="add">
          <ac:chgData name="Bellemare, Jordan" userId="47a30af8-7207-483b-89f6-9d0e44ac4c12" providerId="ADAL" clId="{D17E70D5-4E68-4363-80A0-C91E274CBF55}" dt="2026-06-02T18:34:02.904" v="1584"/>
          <ac:spMkLst>
            <pc:docMk/>
            <pc:sldMk cId="3478156281" sldId="261"/>
            <ac:spMk id="4" creationId="{1A345E34-8D0B-31C0-A847-CAECD13D29A5}"/>
          </ac:spMkLst>
        </pc:spChg>
        <pc:spChg chg="add">
          <ac:chgData name="Bellemare, Jordan" userId="47a30af8-7207-483b-89f6-9d0e44ac4c12" providerId="ADAL" clId="{D17E70D5-4E68-4363-80A0-C91E274CBF55}" dt="2026-06-02T18:34:09.705" v="1585"/>
          <ac:spMkLst>
            <pc:docMk/>
            <pc:sldMk cId="3478156281" sldId="261"/>
            <ac:spMk id="5" creationId="{72B84C04-B82E-095A-E405-E77C299BF7A4}"/>
          </ac:spMkLst>
        </pc:spChg>
        <pc:picChg chg="add mod">
          <ac:chgData name="Bellemare, Jordan" userId="47a30af8-7207-483b-89f6-9d0e44ac4c12" providerId="ADAL" clId="{D17E70D5-4E68-4363-80A0-C91E274CBF55}" dt="2026-06-02T18:37:29.054" v="1634" actId="1076"/>
          <ac:picMkLst>
            <pc:docMk/>
            <pc:sldMk cId="3478156281" sldId="261"/>
            <ac:picMk id="7" creationId="{FC611CDE-7819-188C-191E-F2F8D71C175A}"/>
          </ac:picMkLst>
        </pc:picChg>
      </pc:sldChg>
      <pc:sldChg chg="addSp modSp new mod">
        <pc:chgData name="Bellemare, Jordan" userId="47a30af8-7207-483b-89f6-9d0e44ac4c12" providerId="ADAL" clId="{D17E70D5-4E68-4363-80A0-C91E274CBF55}" dt="2026-06-02T18:18:48.152" v="1494" actId="20577"/>
        <pc:sldMkLst>
          <pc:docMk/>
          <pc:sldMk cId="4015758268" sldId="262"/>
        </pc:sldMkLst>
        <pc:spChg chg="mod">
          <ac:chgData name="Bellemare, Jordan" userId="47a30af8-7207-483b-89f6-9d0e44ac4c12" providerId="ADAL" clId="{D17E70D5-4E68-4363-80A0-C91E274CBF55}" dt="2026-06-02T14:37:36.418" v="612" actId="20577"/>
          <ac:spMkLst>
            <pc:docMk/>
            <pc:sldMk cId="4015758268" sldId="262"/>
            <ac:spMk id="2" creationId="{25A8DFC3-9D53-41BF-6406-5E79CA18EB12}"/>
          </ac:spMkLst>
        </pc:spChg>
        <pc:spChg chg="mod">
          <ac:chgData name="Bellemare, Jordan" userId="47a30af8-7207-483b-89f6-9d0e44ac4c12" providerId="ADAL" clId="{D17E70D5-4E68-4363-80A0-C91E274CBF55}" dt="2026-06-02T18:18:48.152" v="1494" actId="20577"/>
          <ac:spMkLst>
            <pc:docMk/>
            <pc:sldMk cId="4015758268" sldId="262"/>
            <ac:spMk id="3" creationId="{AC266334-C477-CE06-8703-BA481E352874}"/>
          </ac:spMkLst>
        </pc:spChg>
        <pc:spChg chg="add">
          <ac:chgData name="Bellemare, Jordan" userId="47a30af8-7207-483b-89f6-9d0e44ac4c12" providerId="ADAL" clId="{D17E70D5-4E68-4363-80A0-C91E274CBF55}" dt="2026-06-02T14:37:41.323" v="614"/>
          <ac:spMkLst>
            <pc:docMk/>
            <pc:sldMk cId="4015758268" sldId="262"/>
            <ac:spMk id="4" creationId="{D1CD701C-15A3-5624-C87F-9217BB74F13E}"/>
          </ac:spMkLst>
        </pc:spChg>
        <pc:spChg chg="add mod">
          <ac:chgData name="Bellemare, Jordan" userId="47a30af8-7207-483b-89f6-9d0e44ac4c12" providerId="ADAL" clId="{D17E70D5-4E68-4363-80A0-C91E274CBF55}" dt="2026-06-02T14:45:21.098" v="812" actId="20577"/>
          <ac:spMkLst>
            <pc:docMk/>
            <pc:sldMk cId="4015758268" sldId="262"/>
            <ac:spMk id="9" creationId="{B21D9E91-B2EA-9FDE-DCFF-29041113F981}"/>
          </ac:spMkLst>
        </pc:spChg>
        <pc:spChg chg="add mod">
          <ac:chgData name="Bellemare, Jordan" userId="47a30af8-7207-483b-89f6-9d0e44ac4c12" providerId="ADAL" clId="{D17E70D5-4E68-4363-80A0-C91E274CBF55}" dt="2026-06-02T14:45:42.001" v="818" actId="1076"/>
          <ac:spMkLst>
            <pc:docMk/>
            <pc:sldMk cId="4015758268" sldId="262"/>
            <ac:spMk id="12" creationId="{05E3ED3C-CCBF-7793-1E5F-2060E2A4D3BC}"/>
          </ac:spMkLst>
        </pc:spChg>
        <pc:picChg chg="add mod">
          <ac:chgData name="Bellemare, Jordan" userId="47a30af8-7207-483b-89f6-9d0e44ac4c12" providerId="ADAL" clId="{D17E70D5-4E68-4363-80A0-C91E274CBF55}" dt="2026-06-02T14:42:58.612" v="798" actId="1076"/>
          <ac:picMkLst>
            <pc:docMk/>
            <pc:sldMk cId="4015758268" sldId="262"/>
            <ac:picMk id="6" creationId="{BE50FD65-8998-D3D1-AC16-A13FD2F5EA1F}"/>
          </ac:picMkLst>
        </pc:picChg>
        <pc:picChg chg="add mod">
          <ac:chgData name="Bellemare, Jordan" userId="47a30af8-7207-483b-89f6-9d0e44ac4c12" providerId="ADAL" clId="{D17E70D5-4E68-4363-80A0-C91E274CBF55}" dt="2026-06-02T14:43:49.488" v="805" actId="14100"/>
          <ac:picMkLst>
            <pc:docMk/>
            <pc:sldMk cId="4015758268" sldId="262"/>
            <ac:picMk id="8" creationId="{15FD4FFD-3797-3C96-0B74-25DC503CD895}"/>
          </ac:picMkLst>
        </pc:picChg>
        <pc:picChg chg="add mod">
          <ac:chgData name="Bellemare, Jordan" userId="47a30af8-7207-483b-89f6-9d0e44ac4c12" providerId="ADAL" clId="{D17E70D5-4E68-4363-80A0-C91E274CBF55}" dt="2026-06-02T14:43:52.320" v="806" actId="1076"/>
          <ac:picMkLst>
            <pc:docMk/>
            <pc:sldMk cId="4015758268" sldId="262"/>
            <ac:picMk id="11" creationId="{7AE3D053-1B95-4B69-F84B-593C1483BA83}"/>
          </ac:picMkLst>
        </pc:picChg>
      </pc:sldChg>
      <pc:sldChg chg="addSp modSp new mod">
        <pc:chgData name="Bellemare, Jordan" userId="47a30af8-7207-483b-89f6-9d0e44ac4c12" providerId="ADAL" clId="{D17E70D5-4E68-4363-80A0-C91E274CBF55}" dt="2026-06-02T13:52:34.922" v="603" actId="20577"/>
        <pc:sldMkLst>
          <pc:docMk/>
          <pc:sldMk cId="1645438241" sldId="263"/>
        </pc:sldMkLst>
        <pc:spChg chg="mod">
          <ac:chgData name="Bellemare, Jordan" userId="47a30af8-7207-483b-89f6-9d0e44ac4c12" providerId="ADAL" clId="{D17E70D5-4E68-4363-80A0-C91E274CBF55}" dt="2026-06-02T13:34:24.943" v="55" actId="20577"/>
          <ac:spMkLst>
            <pc:docMk/>
            <pc:sldMk cId="1645438241" sldId="263"/>
            <ac:spMk id="2" creationId="{0E762C45-E31C-B294-E44B-B4CBAA45DCDB}"/>
          </ac:spMkLst>
        </pc:spChg>
        <pc:spChg chg="mod">
          <ac:chgData name="Bellemare, Jordan" userId="47a30af8-7207-483b-89f6-9d0e44ac4c12" providerId="ADAL" clId="{D17E70D5-4E68-4363-80A0-C91E274CBF55}" dt="2026-06-02T13:41:39.213" v="205" actId="20577"/>
          <ac:spMkLst>
            <pc:docMk/>
            <pc:sldMk cId="1645438241" sldId="263"/>
            <ac:spMk id="3" creationId="{1B0BBB30-F212-A880-21C0-CA7BEF759787}"/>
          </ac:spMkLst>
        </pc:spChg>
        <pc:spChg chg="add">
          <ac:chgData name="Bellemare, Jordan" userId="47a30af8-7207-483b-89f6-9d0e44ac4c12" providerId="ADAL" clId="{D17E70D5-4E68-4363-80A0-C91E274CBF55}" dt="2026-06-02T13:41:42.403" v="206"/>
          <ac:spMkLst>
            <pc:docMk/>
            <pc:sldMk cId="1645438241" sldId="263"/>
            <ac:spMk id="4" creationId="{A3BEECAB-4F68-98B1-C4DD-D8DCD7D7CCBF}"/>
          </ac:spMkLst>
        </pc:spChg>
        <pc:spChg chg="add">
          <ac:chgData name="Bellemare, Jordan" userId="47a30af8-7207-483b-89f6-9d0e44ac4c12" providerId="ADAL" clId="{D17E70D5-4E68-4363-80A0-C91E274CBF55}" dt="2026-06-02T13:41:51.143" v="207"/>
          <ac:spMkLst>
            <pc:docMk/>
            <pc:sldMk cId="1645438241" sldId="263"/>
            <ac:spMk id="5" creationId="{983360DF-8534-F2DE-14A7-C55C78EFE913}"/>
          </ac:spMkLst>
        </pc:spChg>
        <pc:spChg chg="add">
          <ac:chgData name="Bellemare, Jordan" userId="47a30af8-7207-483b-89f6-9d0e44ac4c12" providerId="ADAL" clId="{D17E70D5-4E68-4363-80A0-C91E274CBF55}" dt="2026-06-02T13:42:45.913" v="211"/>
          <ac:spMkLst>
            <pc:docMk/>
            <pc:sldMk cId="1645438241" sldId="263"/>
            <ac:spMk id="6" creationId="{C2980D79-3D28-8A81-D9B6-FDB041B8E9E9}"/>
          </ac:spMkLst>
        </pc:spChg>
        <pc:spChg chg="add">
          <ac:chgData name="Bellemare, Jordan" userId="47a30af8-7207-483b-89f6-9d0e44ac4c12" providerId="ADAL" clId="{D17E70D5-4E68-4363-80A0-C91E274CBF55}" dt="2026-06-02T13:42:56.633" v="212"/>
          <ac:spMkLst>
            <pc:docMk/>
            <pc:sldMk cId="1645438241" sldId="263"/>
            <ac:spMk id="7" creationId="{CF0A062C-ABCC-1DBD-423D-7BBD4262A791}"/>
          </ac:spMkLst>
        </pc:spChg>
        <pc:spChg chg="add">
          <ac:chgData name="Bellemare, Jordan" userId="47a30af8-7207-483b-89f6-9d0e44ac4c12" providerId="ADAL" clId="{D17E70D5-4E68-4363-80A0-C91E274CBF55}" dt="2026-06-02T13:43:04.327" v="213"/>
          <ac:spMkLst>
            <pc:docMk/>
            <pc:sldMk cId="1645438241" sldId="263"/>
            <ac:spMk id="8" creationId="{9A1529D1-FE77-CD8B-1D1F-56A92FB471F1}"/>
          </ac:spMkLst>
        </pc:spChg>
        <pc:spChg chg="add">
          <ac:chgData name="Bellemare, Jordan" userId="47a30af8-7207-483b-89f6-9d0e44ac4c12" providerId="ADAL" clId="{D17E70D5-4E68-4363-80A0-C91E274CBF55}" dt="2026-06-02T13:43:16.483" v="214"/>
          <ac:spMkLst>
            <pc:docMk/>
            <pc:sldMk cId="1645438241" sldId="263"/>
            <ac:spMk id="9" creationId="{AB77547F-5CB3-4E1C-BB05-E160C4D94147}"/>
          </ac:spMkLst>
        </pc:spChg>
        <pc:spChg chg="add">
          <ac:chgData name="Bellemare, Jordan" userId="47a30af8-7207-483b-89f6-9d0e44ac4c12" providerId="ADAL" clId="{D17E70D5-4E68-4363-80A0-C91E274CBF55}" dt="2026-06-02T13:46:26.997" v="223"/>
          <ac:spMkLst>
            <pc:docMk/>
            <pc:sldMk cId="1645438241" sldId="263"/>
            <ac:spMk id="12" creationId="{16B611E5-8E7D-FB9C-81E4-DD2D03A7E2F8}"/>
          </ac:spMkLst>
        </pc:spChg>
        <pc:spChg chg="add mod">
          <ac:chgData name="Bellemare, Jordan" userId="47a30af8-7207-483b-89f6-9d0e44ac4c12" providerId="ADAL" clId="{D17E70D5-4E68-4363-80A0-C91E274CBF55}" dt="2026-06-02T13:52:34.922" v="603" actId="20577"/>
          <ac:spMkLst>
            <pc:docMk/>
            <pc:sldMk cId="1645438241" sldId="263"/>
            <ac:spMk id="15" creationId="{65250E35-C4B0-777C-06F3-444B21184E95}"/>
          </ac:spMkLst>
        </pc:spChg>
        <pc:spChg chg="add mod">
          <ac:chgData name="Bellemare, Jordan" userId="47a30af8-7207-483b-89f6-9d0e44ac4c12" providerId="ADAL" clId="{D17E70D5-4E68-4363-80A0-C91E274CBF55}" dt="2026-06-02T13:50:49.655" v="489" actId="20577"/>
          <ac:spMkLst>
            <pc:docMk/>
            <pc:sldMk cId="1645438241" sldId="263"/>
            <ac:spMk id="16" creationId="{F635F349-C967-9F0C-72D7-4DBCF5C9BA3C}"/>
          </ac:spMkLst>
        </pc:spChg>
        <pc:spChg chg="add mod">
          <ac:chgData name="Bellemare, Jordan" userId="47a30af8-7207-483b-89f6-9d0e44ac4c12" providerId="ADAL" clId="{D17E70D5-4E68-4363-80A0-C91E274CBF55}" dt="2026-06-02T13:51:47.263" v="599" actId="20577"/>
          <ac:spMkLst>
            <pc:docMk/>
            <pc:sldMk cId="1645438241" sldId="263"/>
            <ac:spMk id="17" creationId="{62BC4F52-C613-9397-7B52-B7887CC0B967}"/>
          </ac:spMkLst>
        </pc:spChg>
        <pc:spChg chg="add">
          <ac:chgData name="Bellemare, Jordan" userId="47a30af8-7207-483b-89f6-9d0e44ac4c12" providerId="ADAL" clId="{D17E70D5-4E68-4363-80A0-C91E274CBF55}" dt="2026-06-02T13:52:06.440" v="600" actId="11529"/>
          <ac:spMkLst>
            <pc:docMk/>
            <pc:sldMk cId="1645438241" sldId="263"/>
            <ac:spMk id="18" creationId="{6A75D1F3-B3CC-3174-6808-2B6278B08E9D}"/>
          </ac:spMkLst>
        </pc:spChg>
        <pc:spChg chg="add mod">
          <ac:chgData name="Bellemare, Jordan" userId="47a30af8-7207-483b-89f6-9d0e44ac4c12" providerId="ADAL" clId="{D17E70D5-4E68-4363-80A0-C91E274CBF55}" dt="2026-06-02T13:52:15.989" v="602" actId="1076"/>
          <ac:spMkLst>
            <pc:docMk/>
            <pc:sldMk cId="1645438241" sldId="263"/>
            <ac:spMk id="19" creationId="{6086E9FA-BE9B-8DFB-F7F2-45B0FC241BBB}"/>
          </ac:spMkLst>
        </pc:spChg>
        <pc:picChg chg="add mod">
          <ac:chgData name="Bellemare, Jordan" userId="47a30af8-7207-483b-89f6-9d0e44ac4c12" providerId="ADAL" clId="{D17E70D5-4E68-4363-80A0-C91E274CBF55}" dt="2026-06-02T13:47:10.574" v="230" actId="1076"/>
          <ac:picMkLst>
            <pc:docMk/>
            <pc:sldMk cId="1645438241" sldId="263"/>
            <ac:picMk id="11" creationId="{3C4ED860-C795-BDC6-55D8-DACA09F30E37}"/>
          </ac:picMkLst>
        </pc:picChg>
        <pc:picChg chg="add mod">
          <ac:chgData name="Bellemare, Jordan" userId="47a30af8-7207-483b-89f6-9d0e44ac4c12" providerId="ADAL" clId="{D17E70D5-4E68-4363-80A0-C91E274CBF55}" dt="2026-06-02T13:47:13.955" v="231" actId="1076"/>
          <ac:picMkLst>
            <pc:docMk/>
            <pc:sldMk cId="1645438241" sldId="263"/>
            <ac:picMk id="14" creationId="{8DD35C18-E7A5-4F01-1010-3EC0C0E51ACD}"/>
          </ac:picMkLst>
        </pc:picChg>
        <pc:picChg chg="add mod">
          <ac:chgData name="Bellemare, Jordan" userId="47a30af8-7207-483b-89f6-9d0e44ac4c12" providerId="ADAL" clId="{D17E70D5-4E68-4363-80A0-C91E274CBF55}" dt="2026-06-02T13:42:25.854" v="210" actId="1076"/>
          <ac:picMkLst>
            <pc:docMk/>
            <pc:sldMk cId="1645438241" sldId="263"/>
            <ac:picMk id="1030" creationId="{3D92BBA0-D9E9-33DE-947D-AEAF26330B7B}"/>
          </ac:picMkLst>
        </pc:picChg>
      </pc:sldChg>
      <pc:sldChg chg="addSp modSp new mod">
        <pc:chgData name="Bellemare, Jordan" userId="47a30af8-7207-483b-89f6-9d0e44ac4c12" providerId="ADAL" clId="{D17E70D5-4E68-4363-80A0-C91E274CBF55}" dt="2026-06-02T15:00:28.134" v="1096" actId="20577"/>
        <pc:sldMkLst>
          <pc:docMk/>
          <pc:sldMk cId="622907177" sldId="264"/>
        </pc:sldMkLst>
        <pc:spChg chg="mod">
          <ac:chgData name="Bellemare, Jordan" userId="47a30af8-7207-483b-89f6-9d0e44ac4c12" providerId="ADAL" clId="{D17E70D5-4E68-4363-80A0-C91E274CBF55}" dt="2026-06-02T14:59:25.349" v="987" actId="20577"/>
          <ac:spMkLst>
            <pc:docMk/>
            <pc:sldMk cId="622907177" sldId="264"/>
            <ac:spMk id="2" creationId="{18DE0365-5E2C-E99D-6458-65E715C20F42}"/>
          </ac:spMkLst>
        </pc:spChg>
        <pc:spChg chg="mod">
          <ac:chgData name="Bellemare, Jordan" userId="47a30af8-7207-483b-89f6-9d0e44ac4c12" providerId="ADAL" clId="{D17E70D5-4E68-4363-80A0-C91E274CBF55}" dt="2026-06-02T15:00:28.134" v="1096" actId="20577"/>
          <ac:spMkLst>
            <pc:docMk/>
            <pc:sldMk cId="622907177" sldId="264"/>
            <ac:spMk id="3" creationId="{045093B9-2644-5E3A-C8A7-48F7F15D3DAC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5" creationId="{403C9D79-0F34-8F8A-0CB5-26BC13E696A5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6" creationId="{82A2F389-A651-5A3B-AF7E-D2DA518C63B2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7" creationId="{9399FED6-2EAB-4CDB-AA1A-CD1585FA58E5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8" creationId="{51BDFDC2-BD8A-80D1-8D8F-1496A38D8A1E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9" creationId="{7A661B21-4D80-BC4A-74B0-2DCD5A4BDE61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10" creationId="{0F4CC5A6-4250-C402-EC43-3E70C369D0BF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11" creationId="{A0E6533F-BDF6-8287-7B7F-7917F837A684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12" creationId="{4BC8895F-14ED-6D8F-4EE3-B55B4E9B613D}"/>
          </ac:spMkLst>
        </pc:spChg>
        <pc:spChg chg="add mod">
          <ac:chgData name="Bellemare, Jordan" userId="47a30af8-7207-483b-89f6-9d0e44ac4c12" providerId="ADAL" clId="{D17E70D5-4E68-4363-80A0-C91E274CBF55}" dt="2026-06-02T14:55:44.495" v="971" actId="164"/>
          <ac:spMkLst>
            <pc:docMk/>
            <pc:sldMk cId="622907177" sldId="264"/>
            <ac:spMk id="13" creationId="{55D0DEC9-F471-CA83-499B-16FE7B6636BD}"/>
          </ac:spMkLst>
        </pc:spChg>
        <pc:grpChg chg="mod">
          <ac:chgData name="Bellemare, Jordan" userId="47a30af8-7207-483b-89f6-9d0e44ac4c12" providerId="ADAL" clId="{D17E70D5-4E68-4363-80A0-C91E274CBF55}" dt="2026-06-02T14:59:29.942" v="988" actId="1076"/>
          <ac:grpSpMkLst>
            <pc:docMk/>
            <pc:sldMk cId="622907177" sldId="264"/>
            <ac:grpSpMk id="14" creationId="{CB154A56-2AC6-B677-13C8-A705548B8730}"/>
          </ac:grpSpMkLst>
        </pc:grpChg>
        <pc:picChg chg="add mod">
          <ac:chgData name="Bellemare, Jordan" userId="47a30af8-7207-483b-89f6-9d0e44ac4c12" providerId="ADAL" clId="{D17E70D5-4E68-4363-80A0-C91E274CBF55}" dt="2026-06-02T14:55:44.495" v="971" actId="164"/>
          <ac:picMkLst>
            <pc:docMk/>
            <pc:sldMk cId="622907177" sldId="264"/>
            <ac:picMk id="4" creationId="{43F0B9D5-A381-C249-70AD-F97FF8029420}"/>
          </ac:picMkLst>
        </pc:picChg>
      </pc:sldChg>
      <pc:sldChg chg="addSp delSp modSp new mod">
        <pc:chgData name="Bellemare, Jordan" userId="47a30af8-7207-483b-89f6-9d0e44ac4c12" providerId="ADAL" clId="{D17E70D5-4E68-4363-80A0-C91E274CBF55}" dt="2026-06-02T18:33:27.295" v="1582" actId="20577"/>
        <pc:sldMkLst>
          <pc:docMk/>
          <pc:sldMk cId="2879366002" sldId="265"/>
        </pc:sldMkLst>
        <pc:spChg chg="mod">
          <ac:chgData name="Bellemare, Jordan" userId="47a30af8-7207-483b-89f6-9d0e44ac4c12" providerId="ADAL" clId="{D17E70D5-4E68-4363-80A0-C91E274CBF55}" dt="2026-06-02T15:15:22.469" v="1116" actId="20577"/>
          <ac:spMkLst>
            <pc:docMk/>
            <pc:sldMk cId="2879366002" sldId="265"/>
            <ac:spMk id="2" creationId="{32EF1AB5-87D6-8CE5-B2EC-E0330C21E1AC}"/>
          </ac:spMkLst>
        </pc:spChg>
        <pc:spChg chg="mod">
          <ac:chgData name="Bellemare, Jordan" userId="47a30af8-7207-483b-89f6-9d0e44ac4c12" providerId="ADAL" clId="{D17E70D5-4E68-4363-80A0-C91E274CBF55}" dt="2026-06-02T18:28:46.323" v="1557" actId="14100"/>
          <ac:spMkLst>
            <pc:docMk/>
            <pc:sldMk cId="2879366002" sldId="265"/>
            <ac:spMk id="3" creationId="{5C4CA4C1-42D3-522D-E3E5-6A47109123E1}"/>
          </ac:spMkLst>
        </pc:spChg>
        <pc:spChg chg="add mod">
          <ac:chgData name="Bellemare, Jordan" userId="47a30af8-7207-483b-89f6-9d0e44ac4c12" providerId="ADAL" clId="{D17E70D5-4E68-4363-80A0-C91E274CBF55}" dt="2026-06-02T15:25:48.908" v="1138"/>
          <ac:spMkLst>
            <pc:docMk/>
            <pc:sldMk cId="2879366002" sldId="265"/>
            <ac:spMk id="4" creationId="{C58D0577-DB1B-E1DC-A603-BFCA8CD444A6}"/>
          </ac:spMkLst>
        </pc:spChg>
        <pc:spChg chg="add">
          <ac:chgData name="Bellemare, Jordan" userId="47a30af8-7207-483b-89f6-9d0e44ac4c12" providerId="ADAL" clId="{D17E70D5-4E68-4363-80A0-C91E274CBF55}" dt="2026-06-02T15:40:25.281" v="1146"/>
          <ac:spMkLst>
            <pc:docMk/>
            <pc:sldMk cId="2879366002" sldId="265"/>
            <ac:spMk id="7" creationId="{460B8862-AD5E-6E79-DD8D-9EE7B65A4959}"/>
          </ac:spMkLst>
        </pc:spChg>
        <pc:spChg chg="add mod">
          <ac:chgData name="Bellemare, Jordan" userId="47a30af8-7207-483b-89f6-9d0e44ac4c12" providerId="ADAL" clId="{D17E70D5-4E68-4363-80A0-C91E274CBF55}" dt="2026-06-02T18:32:52.862" v="1563" actId="1076"/>
          <ac:spMkLst>
            <pc:docMk/>
            <pc:sldMk cId="2879366002" sldId="265"/>
            <ac:spMk id="8" creationId="{A9134B88-5501-BB59-AF46-00906C80AE5C}"/>
          </ac:spMkLst>
        </pc:spChg>
        <pc:spChg chg="add mod">
          <ac:chgData name="Bellemare, Jordan" userId="47a30af8-7207-483b-89f6-9d0e44ac4c12" providerId="ADAL" clId="{D17E70D5-4E68-4363-80A0-C91E274CBF55}" dt="2026-06-02T18:32:47.432" v="1562" actId="1076"/>
          <ac:spMkLst>
            <pc:docMk/>
            <pc:sldMk cId="2879366002" sldId="265"/>
            <ac:spMk id="9" creationId="{21AB8BA5-F41E-7857-C55E-D12615F00753}"/>
          </ac:spMkLst>
        </pc:spChg>
        <pc:spChg chg="add mod">
          <ac:chgData name="Bellemare, Jordan" userId="47a30af8-7207-483b-89f6-9d0e44ac4c12" providerId="ADAL" clId="{D17E70D5-4E68-4363-80A0-C91E274CBF55}" dt="2026-06-02T18:33:27.295" v="1582" actId="20577"/>
          <ac:spMkLst>
            <pc:docMk/>
            <pc:sldMk cId="2879366002" sldId="265"/>
            <ac:spMk id="10" creationId="{1E275736-C203-5918-B0CC-800C716E3A09}"/>
          </ac:spMkLst>
        </pc:spChg>
        <pc:picChg chg="add del mod">
          <ac:chgData name="Bellemare, Jordan" userId="47a30af8-7207-483b-89f6-9d0e44ac4c12" providerId="ADAL" clId="{D17E70D5-4E68-4363-80A0-C91E274CBF55}" dt="2026-06-02T18:29:52.534" v="1559" actId="478"/>
          <ac:picMkLst>
            <pc:docMk/>
            <pc:sldMk cId="2879366002" sldId="265"/>
            <ac:picMk id="6" creationId="{AEB54892-DAE9-E869-C6AA-4001DDAF8241}"/>
          </ac:picMkLst>
        </pc:picChg>
        <pc:picChg chg="add mod">
          <ac:chgData name="Bellemare, Jordan" userId="47a30af8-7207-483b-89f6-9d0e44ac4c12" providerId="ADAL" clId="{D17E70D5-4E68-4363-80A0-C91E274CBF55}" dt="2026-06-02T18:32:52.862" v="1563" actId="1076"/>
          <ac:picMkLst>
            <pc:docMk/>
            <pc:sldMk cId="2879366002" sldId="265"/>
            <ac:picMk id="3076" creationId="{9E0683C4-37C8-747D-7202-588E025EA20B}"/>
          </ac:picMkLst>
        </pc:picChg>
        <pc:picChg chg="add mod">
          <ac:chgData name="Bellemare, Jordan" userId="47a30af8-7207-483b-89f6-9d0e44ac4c12" providerId="ADAL" clId="{D17E70D5-4E68-4363-80A0-C91E274CBF55}" dt="2026-06-02T18:32:47.432" v="1562" actId="1076"/>
          <ac:picMkLst>
            <pc:docMk/>
            <pc:sldMk cId="2879366002" sldId="265"/>
            <ac:picMk id="3078" creationId="{3D1070B9-8950-E020-F84E-67CC52F56BF8}"/>
          </ac:picMkLst>
        </pc:picChg>
        <pc:picChg chg="add mod">
          <ac:chgData name="Bellemare, Jordan" userId="47a30af8-7207-483b-89f6-9d0e44ac4c12" providerId="ADAL" clId="{D17E70D5-4E68-4363-80A0-C91E274CBF55}" dt="2026-06-02T18:33:08.236" v="1568" actId="1076"/>
          <ac:picMkLst>
            <pc:docMk/>
            <pc:sldMk cId="2879366002" sldId="265"/>
            <ac:picMk id="3080" creationId="{A6A811AB-63A4-6757-5CCD-7693A275BABD}"/>
          </ac:picMkLst>
        </pc:picChg>
      </pc:sldChg>
      <pc:sldChg chg="addSp modSp new mod">
        <pc:chgData name="Bellemare, Jordan" userId="47a30af8-7207-483b-89f6-9d0e44ac4c12" providerId="ADAL" clId="{D17E70D5-4E68-4363-80A0-C91E274CBF55}" dt="2026-06-02T18:51:01.661" v="1869" actId="20577"/>
        <pc:sldMkLst>
          <pc:docMk/>
          <pc:sldMk cId="21630819" sldId="266"/>
        </pc:sldMkLst>
        <pc:spChg chg="mod">
          <ac:chgData name="Bellemare, Jordan" userId="47a30af8-7207-483b-89f6-9d0e44ac4c12" providerId="ADAL" clId="{D17E70D5-4E68-4363-80A0-C91E274CBF55}" dt="2026-06-02T18:06:28.619" v="1303" actId="20577"/>
          <ac:spMkLst>
            <pc:docMk/>
            <pc:sldMk cId="21630819" sldId="266"/>
            <ac:spMk id="2" creationId="{4B0F3584-6F1C-8A80-CA92-D3A29FD75C37}"/>
          </ac:spMkLst>
        </pc:spChg>
        <pc:spChg chg="mod">
          <ac:chgData name="Bellemare, Jordan" userId="47a30af8-7207-483b-89f6-9d0e44ac4c12" providerId="ADAL" clId="{D17E70D5-4E68-4363-80A0-C91E274CBF55}" dt="2026-06-02T18:51:01.661" v="1869" actId="20577"/>
          <ac:spMkLst>
            <pc:docMk/>
            <pc:sldMk cId="21630819" sldId="266"/>
            <ac:spMk id="3" creationId="{1EB1FF67-26D9-E5FA-2B80-D38F230FEC76}"/>
          </ac:spMkLst>
        </pc:spChg>
        <pc:picChg chg="add mod">
          <ac:chgData name="Bellemare, Jordan" userId="47a30af8-7207-483b-89f6-9d0e44ac4c12" providerId="ADAL" clId="{D17E70D5-4E68-4363-80A0-C91E274CBF55}" dt="2026-06-02T18:22:02.022" v="1503" actId="1076"/>
          <ac:picMkLst>
            <pc:docMk/>
            <pc:sldMk cId="21630819" sldId="266"/>
            <ac:picMk id="5122" creationId="{C54630A7-1CC4-D5BB-7B45-B94819031497}"/>
          </ac:picMkLst>
        </pc:picChg>
        <pc:picChg chg="add mod">
          <ac:chgData name="Bellemare, Jordan" userId="47a30af8-7207-483b-89f6-9d0e44ac4c12" providerId="ADAL" clId="{D17E70D5-4E68-4363-80A0-C91E274CBF55}" dt="2026-06-02T18:22:17.462" v="1506" actId="1076"/>
          <ac:picMkLst>
            <pc:docMk/>
            <pc:sldMk cId="21630819" sldId="266"/>
            <ac:picMk id="5124" creationId="{03CF727F-E7C9-92E6-9D17-4E224ABDAFE9}"/>
          </ac:picMkLst>
        </pc:picChg>
      </pc:sldChg>
      <pc:sldChg chg="addSp modSp new mod ord">
        <pc:chgData name="Bellemare, Jordan" userId="47a30af8-7207-483b-89f6-9d0e44ac4c12" providerId="ADAL" clId="{D17E70D5-4E68-4363-80A0-C91E274CBF55}" dt="2026-06-02T19:14:12.313" v="2013" actId="20577"/>
        <pc:sldMkLst>
          <pc:docMk/>
          <pc:sldMk cId="2723235018" sldId="267"/>
        </pc:sldMkLst>
        <pc:spChg chg="mod">
          <ac:chgData name="Bellemare, Jordan" userId="47a30af8-7207-483b-89f6-9d0e44ac4c12" providerId="ADAL" clId="{D17E70D5-4E68-4363-80A0-C91E274CBF55}" dt="2026-06-02T19:00:45.903" v="1897" actId="20577"/>
          <ac:spMkLst>
            <pc:docMk/>
            <pc:sldMk cId="2723235018" sldId="267"/>
            <ac:spMk id="2" creationId="{A4E6AC85-FA6F-E899-450E-C2436607CB10}"/>
          </ac:spMkLst>
        </pc:spChg>
        <pc:spChg chg="mod">
          <ac:chgData name="Bellemare, Jordan" userId="47a30af8-7207-483b-89f6-9d0e44ac4c12" providerId="ADAL" clId="{D17E70D5-4E68-4363-80A0-C91E274CBF55}" dt="2026-06-02T19:04:08.851" v="2010" actId="20577"/>
          <ac:spMkLst>
            <pc:docMk/>
            <pc:sldMk cId="2723235018" sldId="267"/>
            <ac:spMk id="3" creationId="{E7DC6FD7-AD29-2598-228E-420054642375}"/>
          </ac:spMkLst>
        </pc:spChg>
        <pc:spChg chg="add mod">
          <ac:chgData name="Bellemare, Jordan" userId="47a30af8-7207-483b-89f6-9d0e44ac4c12" providerId="ADAL" clId="{D17E70D5-4E68-4363-80A0-C91E274CBF55}" dt="2026-06-02T19:14:12.313" v="2013" actId="20577"/>
          <ac:spMkLst>
            <pc:docMk/>
            <pc:sldMk cId="2723235018" sldId="267"/>
            <ac:spMk id="4" creationId="{347681D3-275B-F485-BD3B-EECE862660DA}"/>
          </ac:spMkLst>
        </pc:spChg>
        <pc:picChg chg="add mod">
          <ac:chgData name="Bellemare, Jordan" userId="47a30af8-7207-483b-89f6-9d0e44ac4c12" providerId="ADAL" clId="{D17E70D5-4E68-4363-80A0-C91E274CBF55}" dt="2026-06-02T19:02:33.705" v="1989" actId="1076"/>
          <ac:picMkLst>
            <pc:docMk/>
            <pc:sldMk cId="2723235018" sldId="267"/>
            <ac:picMk id="7170" creationId="{359F8C3D-D253-6E84-393F-BEE82C1455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2D360-4FE9-4148-A42D-F4FC3BB9353D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44133-109C-4B9F-9D22-83C09D4CAE9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693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https://www.geeksforgeeks.org/computer-vision/what-is-edge-detection-in-image-processing/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44133-109C-4B9F-9D22-83C09D4CAE99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069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2E34A5-55BB-BE26-763A-A1510715C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9D7DC6A-167B-9BEC-12C3-C8B38DD33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2E975A-8358-33D9-104D-EC2316E5D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D4556A-5862-7B1A-9BEB-A061595D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B080B3-9FD2-B808-8E95-472C0F17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270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1E12C-CA9A-D132-06D1-324BB6510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0611FA-18FF-A46D-CD12-AFAED268D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81BD40-4BB0-76B2-4709-F40D591C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B8521D-3C9A-E094-8E6B-451942C2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2A34EE-EF52-04D3-ECFD-2496AF37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142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EF40A-5C34-A69F-8F23-C6AC6683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8EDD4E-15CB-2D0A-2E9E-59A5B999B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C6CF33-5C24-7043-2EB1-BC117146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34B224-1F76-2AA4-1C09-D54555B3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97CD80-8D1E-90F2-1BBC-353FC1F3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1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AD404-8570-9AF8-99E5-12E4561E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40C793-2672-BC8F-15EA-CE5BA6393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490503-6B21-D421-2725-1F3419DD4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3C8C61-E4C2-14E5-B0AE-DA958690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352C71-6121-F4DE-C81E-4F9D3AEB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3F3AEE-7EA5-0AC6-5E83-B427B0E0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101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8B77DB-A580-E572-790B-95A7E6F0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BFF2B4-1D7C-FE21-D51B-7EAF3EF32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660996-62B1-02DA-A8E3-4A9BD4A5A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799BE8-A4D1-A6E4-46ED-29D5C13CF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0E2C434-4F6A-CF16-665E-9F4C0DCFA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227538C-A468-78B5-758A-B6E24A20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3DB4CFD-DE51-BC33-9DFB-3C5D6A80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7609E3-C885-F70B-0FC5-93FE7FEA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50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4EB57-E1A5-EE93-B3D5-C585665C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8F4AF37-1155-40E6-D6EC-26D39B4B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C55AAC-F76E-8DDE-D405-C8AE5DDDD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229F27-77FD-8A97-F087-C8D4B07F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920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EC6D16F-4B87-C861-2802-EAA48EFC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8B09CCE-C5CF-41F6-171C-54E952BD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2F366C-B2B6-C243-1307-DEC2A92C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432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F1437-18EC-01A1-32BC-58895FB5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B27DF2-1694-9118-D1C6-5759C5655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E9001E-8FE2-0707-6BF3-5A06321C1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0A5E23-F669-8AE5-90D8-225FBCFC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67D36A-14EB-B524-234E-D19D203A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44F48F-8397-06EB-0AAF-58079EEB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424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585661-B6FC-2E2F-3C05-9266E492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6B9CEAA-D8DF-3F06-3C16-D1340AA90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16FA408-77D9-73CF-C74D-ED6A010B0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871F0D-D050-A691-43CB-CE48BA13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6D4089-DE2C-2F02-265F-1998B7FD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7D22AB-4305-7ABA-94D1-F86A2CCB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624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279A30-7A0A-C106-3831-0CB0EBF5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CB3C7C-009C-9DB6-F950-09F032A41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F29B05-991E-018C-FE33-B3C5D667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5EEAB1-3959-38F4-7819-28EFCAB8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3F26B6-F5F9-6DB4-46A6-C928E989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4245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4CCE27-E7C7-6CA1-22FD-6323EEDB2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DBAD5A-341B-F68C-1DEC-408B82563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FF7600-88EC-7CC8-0E46-1FA28FF1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5D9115-35CE-1B06-A61A-A8462600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603DA1-83D6-F2FB-CA80-AA26B157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4277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2E0E3D1-DA5F-E752-A4B6-E0F98C7C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DBA1C8-F4DA-64E0-E550-145BC9D5D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9CE514-0F81-29FF-33B0-46DA09DE0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2B660-2340-4DD0-B096-1562F5104E6E}" type="datetimeFigureOut">
              <a:rPr lang="fr-CA" smtClean="0"/>
              <a:t>2026-06-02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ED5849-7BFD-E824-24AB-5890386C3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6C6707-64AD-232E-DF97-6B7AAB522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FF108-84C7-420A-90AE-4343E09BCC6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500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computer-vision/what-is-edge-detection-in-image-processing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Quantum-circuit-for-NEQR-preparation-of-the-image-in-Fig10-In-this-case-14-2-CNOT_fig6_339199427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4414F1-0048-D83B-3384-9836F8802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Prétraitement d’image pour la détection de rebords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8287F9-3FAF-256E-D604-92022448CB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Par :</a:t>
            </a:r>
          </a:p>
          <a:p>
            <a:r>
              <a:rPr lang="fr-CA" dirty="0" err="1"/>
              <a:t>Emeryck</a:t>
            </a:r>
            <a:r>
              <a:rPr lang="fr-CA" dirty="0"/>
              <a:t> Allain</a:t>
            </a:r>
          </a:p>
          <a:p>
            <a:r>
              <a:rPr lang="fr-CA" dirty="0"/>
              <a:t>Jordan Bellemare</a:t>
            </a:r>
          </a:p>
          <a:p>
            <a:r>
              <a:rPr lang="fr-CA" dirty="0"/>
              <a:t>Anis </a:t>
            </a:r>
            <a:r>
              <a:rPr lang="fr-CA" dirty="0" err="1"/>
              <a:t>Djenadi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718613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66684-46EB-7941-8BD9-C6720980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Détection de rebords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D41109-1D96-BCF8-E2D5-1D3E086A1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 but est de créé une image simple avec les rebords seulement.</a:t>
            </a:r>
          </a:p>
          <a:p>
            <a:r>
              <a:rPr lang="fr-CA" dirty="0"/>
              <a:t>Utilisé dans :</a:t>
            </a:r>
          </a:p>
          <a:p>
            <a:pPr lvl="1"/>
            <a:r>
              <a:rPr lang="fr-CA" dirty="0"/>
              <a:t>Imagerie médicale</a:t>
            </a:r>
          </a:p>
          <a:p>
            <a:pPr lvl="1"/>
            <a:r>
              <a:rPr lang="fr-CA" dirty="0"/>
              <a:t>Vision ordinatrice</a:t>
            </a:r>
          </a:p>
          <a:p>
            <a:pPr lvl="1"/>
            <a:r>
              <a:rPr lang="fr-CA" dirty="0"/>
              <a:t>Photographie</a:t>
            </a:r>
          </a:p>
          <a:p>
            <a:r>
              <a:rPr lang="fr-CA" dirty="0"/>
              <a:t>Difficulté à cause de :</a:t>
            </a:r>
          </a:p>
          <a:p>
            <a:pPr lvl="1"/>
            <a:r>
              <a:rPr lang="fr-CA" dirty="0"/>
              <a:t>Bruit</a:t>
            </a:r>
          </a:p>
          <a:p>
            <a:pPr lvl="1"/>
            <a:r>
              <a:rPr lang="fr-CA" dirty="0"/>
              <a:t>Textures</a:t>
            </a:r>
          </a:p>
          <a:p>
            <a:pPr lvl="1"/>
            <a:r>
              <a:rPr lang="fr-CA" dirty="0"/>
              <a:t>Illumination</a:t>
            </a:r>
          </a:p>
          <a:p>
            <a:pPr lvl="1"/>
            <a:r>
              <a:rPr lang="fr-CA" b="1" dirty="0"/>
              <a:t>Taille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D6DAFC-1786-926E-DDAA-062B41522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448" y="2486607"/>
            <a:ext cx="6115904" cy="302937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E7710E9-86B4-C58C-8861-7E928317BF87}"/>
              </a:ext>
            </a:extLst>
          </p:cNvPr>
          <p:cNvSpPr txBox="1"/>
          <p:nvPr/>
        </p:nvSpPr>
        <p:spPr>
          <a:xfrm>
            <a:off x="5641848" y="5879592"/>
            <a:ext cx="5623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hlinkClick r:id="rId4"/>
              </a:rPr>
              <a:t>https://www.geeksforgeeks.org/computer-vision/what-is-edge-detection-in-image-processing/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1091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51E7C-37E7-DD66-6FE8-A132C818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problème de la taille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76E4EC-D71E-FA3D-537F-110E7E45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Une image de haute qualité demande beaucoup de ressources, il faut trouver de bons paramètres.</a:t>
            </a:r>
          </a:p>
          <a:p>
            <a:r>
              <a:rPr lang="fr-CA" dirty="0"/>
              <a:t>On peut contourner le problème si on découpe notre image, mais comment ?</a:t>
            </a:r>
          </a:p>
        </p:txBody>
      </p:sp>
    </p:spTree>
    <p:extLst>
      <p:ext uri="{BB962C8B-B14F-4D97-AF65-F5344CB8AC3E}">
        <p14:creationId xmlns:p14="http://schemas.microsoft.com/office/powerpoint/2010/main" val="275146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A5EBFF-7A0B-9C4B-2658-A444A0F9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Notre concept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B3255B-74BC-6B46-A8EE-B0A1ACF27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Nous traversons l’image de manière aléatoire pour générer des zones où on pense qu’il y a des rebords. </a:t>
            </a:r>
          </a:p>
          <a:p>
            <a:r>
              <a:rPr lang="fr-CA" dirty="0"/>
              <a:t>De cette manière, ont pourrait accélérer le processus ou rendre la détection plus précise sur les zones intéressantes.</a:t>
            </a:r>
          </a:p>
          <a:p>
            <a:r>
              <a:rPr lang="fr-CA" dirty="0"/>
              <a:t>Il serait peut-être possible d’obtenir une carte utilisable avec peu de shots.</a:t>
            </a:r>
          </a:p>
        </p:txBody>
      </p:sp>
    </p:spTree>
    <p:extLst>
      <p:ext uri="{BB962C8B-B14F-4D97-AF65-F5344CB8AC3E}">
        <p14:creationId xmlns:p14="http://schemas.microsoft.com/office/powerpoint/2010/main" val="76618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62C45-E31C-B294-E44B-B4CBAA45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théorique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0BBB30-F212-A880-21C0-CA7BEF759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On va supposer une image de très haute qualité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D92BBA0-D9E9-33DE-947D-AEAF26330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06" y="2757219"/>
            <a:ext cx="4419346" cy="248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C4ED860-C795-BDC6-55D8-DACA09F30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546" y="3140197"/>
            <a:ext cx="2560375" cy="144094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DD35C18-E7A5-4F01-1010-3EC0C0E51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779" y="3337560"/>
            <a:ext cx="1435547" cy="80790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65250E35-C4B0-777C-06F3-444B21184E95}"/>
              </a:ext>
            </a:extLst>
          </p:cNvPr>
          <p:cNvSpPr txBox="1"/>
          <p:nvPr/>
        </p:nvSpPr>
        <p:spPr>
          <a:xfrm>
            <a:off x="393192" y="5458968"/>
            <a:ext cx="4178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L’image original, un peu compliqué. Beaucoup d’espaces lisses donc beaucoup de ressources gaspillées.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635F349-C967-9F0C-72D7-4DBCF5C9BA3C}"/>
              </a:ext>
            </a:extLst>
          </p:cNvPr>
          <p:cNvSpPr txBox="1"/>
          <p:nvPr/>
        </p:nvSpPr>
        <p:spPr>
          <a:xfrm>
            <a:off x="5157216" y="4818888"/>
            <a:ext cx="2660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La zone centrale. Encore des zones lisses, mais on passe moins de temps.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2BC4F52-C613-9397-7B52-B7887CC0B967}"/>
              </a:ext>
            </a:extLst>
          </p:cNvPr>
          <p:cNvSpPr txBox="1"/>
          <p:nvPr/>
        </p:nvSpPr>
        <p:spPr>
          <a:xfrm>
            <a:off x="8631936" y="4480560"/>
            <a:ext cx="2944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Un focus sur la peinture. La majorité de l’image correspond à la peinture et on est un peu plus efficace.</a:t>
            </a: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6A75D1F3-B3CC-3174-6808-2B6278B08E9D}"/>
              </a:ext>
            </a:extLst>
          </p:cNvPr>
          <p:cNvSpPr/>
          <p:nvPr/>
        </p:nvSpPr>
        <p:spPr>
          <a:xfrm>
            <a:off x="4745736" y="3621024"/>
            <a:ext cx="411480" cy="524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6086E9FA-BE9B-8DFB-F7F2-45B0FC241BBB}"/>
              </a:ext>
            </a:extLst>
          </p:cNvPr>
          <p:cNvSpPr/>
          <p:nvPr/>
        </p:nvSpPr>
        <p:spPr>
          <a:xfrm>
            <a:off x="8110795" y="3598448"/>
            <a:ext cx="411480" cy="524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543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E0365-5E2C-E99D-6458-65E715C2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Ce que nous voulons générer idéalement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5093B9-2644-5E3A-C8A7-48F7F15D3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26135"/>
          </a:xfrm>
        </p:spPr>
        <p:txBody>
          <a:bodyPr>
            <a:normAutofit fontScale="70000" lnSpcReduction="20000"/>
          </a:bodyPr>
          <a:lstStyle/>
          <a:p>
            <a:r>
              <a:rPr lang="fr-CA" dirty="0"/>
              <a:t>Notre but est de trouver où nos bordures pourraient êtres.</a:t>
            </a:r>
          </a:p>
          <a:p>
            <a:r>
              <a:rPr lang="fr-CA" dirty="0"/>
              <a:t>On utiliserait un algorithme classique pour détecter les bordures dans les zones trouvés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B154A56-2AC6-B677-13C8-A705548B8730}"/>
              </a:ext>
            </a:extLst>
          </p:cNvPr>
          <p:cNvGrpSpPr>
            <a:grpSpLocks noChangeAspect="1"/>
          </p:cNvGrpSpPr>
          <p:nvPr/>
        </p:nvGrpSpPr>
        <p:grpSpPr>
          <a:xfrm>
            <a:off x="2516450" y="3094475"/>
            <a:ext cx="6554398" cy="3688735"/>
            <a:chOff x="2287850" y="2939028"/>
            <a:chExt cx="4688823" cy="2638812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43F0B9D5-A381-C249-70AD-F97FF8029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7850" y="2939029"/>
              <a:ext cx="4688823" cy="263881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3C9D79-0F34-8F8A-0CB5-26BC13E696A5}"/>
                </a:ext>
              </a:extLst>
            </p:cNvPr>
            <p:cNvSpPr/>
            <p:nvPr/>
          </p:nvSpPr>
          <p:spPr>
            <a:xfrm>
              <a:off x="2287850" y="2939028"/>
              <a:ext cx="747958" cy="26296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A2F389-A651-5A3B-AF7E-D2DA518C63B2}"/>
                </a:ext>
              </a:extLst>
            </p:cNvPr>
            <p:cNvSpPr/>
            <p:nvPr/>
          </p:nvSpPr>
          <p:spPr>
            <a:xfrm>
              <a:off x="3074234" y="4974336"/>
              <a:ext cx="702238" cy="6035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99FED6-2EAB-4CDB-AA1A-CD1585FA58E5}"/>
                </a:ext>
              </a:extLst>
            </p:cNvPr>
            <p:cNvSpPr/>
            <p:nvPr/>
          </p:nvSpPr>
          <p:spPr>
            <a:xfrm>
              <a:off x="3913632" y="4965192"/>
              <a:ext cx="292608" cy="6035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BDFDC2-BD8A-80D1-8D8F-1496A38D8A1E}"/>
                </a:ext>
              </a:extLst>
            </p:cNvPr>
            <p:cNvSpPr/>
            <p:nvPr/>
          </p:nvSpPr>
          <p:spPr>
            <a:xfrm>
              <a:off x="4339154" y="5230368"/>
              <a:ext cx="292608" cy="3474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661B21-4D80-BC4A-74B0-2DCD5A4BDE61}"/>
                </a:ext>
              </a:extLst>
            </p:cNvPr>
            <p:cNvSpPr/>
            <p:nvPr/>
          </p:nvSpPr>
          <p:spPr>
            <a:xfrm>
              <a:off x="4764676" y="4974336"/>
              <a:ext cx="804020" cy="5943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4CC5A6-4250-C402-EC43-3E70C369D0BF}"/>
                </a:ext>
              </a:extLst>
            </p:cNvPr>
            <p:cNvSpPr/>
            <p:nvPr/>
          </p:nvSpPr>
          <p:spPr>
            <a:xfrm>
              <a:off x="5607122" y="4969764"/>
              <a:ext cx="804020" cy="5943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E6533F-BDF6-8287-7B7F-7917F837A684}"/>
                </a:ext>
              </a:extLst>
            </p:cNvPr>
            <p:cNvSpPr/>
            <p:nvPr/>
          </p:nvSpPr>
          <p:spPr>
            <a:xfrm>
              <a:off x="6336791" y="2939029"/>
              <a:ext cx="639881" cy="26388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C8895F-14ED-6D8F-4EE3-B55B4E9B613D}"/>
                </a:ext>
              </a:extLst>
            </p:cNvPr>
            <p:cNvSpPr/>
            <p:nvPr/>
          </p:nvSpPr>
          <p:spPr>
            <a:xfrm>
              <a:off x="4086370" y="4517136"/>
              <a:ext cx="786384" cy="5943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D0DEC9-F471-CA83-499B-16FE7B6636BD}"/>
                </a:ext>
              </a:extLst>
            </p:cNvPr>
            <p:cNvSpPr/>
            <p:nvPr/>
          </p:nvSpPr>
          <p:spPr>
            <a:xfrm>
              <a:off x="4086370" y="3396996"/>
              <a:ext cx="1372598" cy="11201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62290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6AC85-FA6F-E899-450E-C2436607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Technologie employée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DC6FD7-AD29-2598-228E-420054642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NEQR vs FRQI</a:t>
            </a:r>
          </a:p>
          <a:p>
            <a:r>
              <a:rPr lang="fr-CA" dirty="0"/>
              <a:t>Plus de qubit nécessaires</a:t>
            </a:r>
          </a:p>
          <a:p>
            <a:r>
              <a:rPr lang="fr-CA" dirty="0"/>
              <a:t>Circuit moins profond</a:t>
            </a:r>
          </a:p>
          <a:p>
            <a:endParaRPr lang="fr-CA" dirty="0"/>
          </a:p>
          <a:p>
            <a:pPr marL="0" indent="0">
              <a:buNone/>
            </a:pPr>
            <a:r>
              <a:rPr lang="fr-CA" dirty="0"/>
              <a:t>On a retenu NEQR</a:t>
            </a:r>
          </a:p>
        </p:txBody>
      </p:sp>
      <p:pic>
        <p:nvPicPr>
          <p:cNvPr id="7170" name="Picture 2" descr="Quantum circuit for NEQR preparation of the image in Fig.10. In this case, 14 2−CNOT gates are needed to construct only one pixel of the quantum image.">
            <a:extLst>
              <a:ext uri="{FF2B5EF4-FFF2-40B4-BE49-F238E27FC236}">
                <a16:creationId xmlns:a16="http://schemas.microsoft.com/office/drawing/2014/main" id="{359F8C3D-D253-6E84-393F-BEE82C145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487" y="1411224"/>
            <a:ext cx="660470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47681D3-275B-F485-BD3B-EECE862660DA}"/>
              </a:ext>
            </a:extLst>
          </p:cNvPr>
          <p:cNvSpPr txBox="1"/>
          <p:nvPr/>
        </p:nvSpPr>
        <p:spPr>
          <a:xfrm>
            <a:off x="5376672" y="5989320"/>
            <a:ext cx="6117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hlinkClick r:id="rId3"/>
              </a:rPr>
              <a:t>https://www.researchgate.net/figure/Quantum-circuit-for-NEQR-preparation-of-the-image-in-Fig10-In-this-case-14-2-CNOT_fig6_339199427a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723235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3317F6-1AC9-AE35-3A13-8D5085B1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prototype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55151-B041-5B0B-6A79-F683DDC9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7300" cy="4351338"/>
          </a:xfrm>
        </p:spPr>
        <p:txBody>
          <a:bodyPr/>
          <a:lstStyle/>
          <a:p>
            <a:r>
              <a:rPr lang="fr-CA" dirty="0"/>
              <a:t>Comparaison entre deux pixels</a:t>
            </a:r>
          </a:p>
          <a:p>
            <a:pPr lvl="1"/>
            <a:r>
              <a:rPr lang="fr-CA" dirty="0"/>
              <a:t>Pixel de référence (Q1)</a:t>
            </a:r>
          </a:p>
          <a:p>
            <a:pPr lvl="1"/>
            <a:r>
              <a:rPr lang="fr-CA" dirty="0"/>
              <a:t>Pixel comparé (Q2)</a:t>
            </a:r>
          </a:p>
          <a:p>
            <a:r>
              <a:rPr lang="fr-CA" dirty="0"/>
              <a:t>Intrication avec le qubit contrôle (Q0)</a:t>
            </a:r>
          </a:p>
          <a:p>
            <a:r>
              <a:rPr lang="fr-CA" dirty="0"/>
              <a:t>C’est le circuit Swap test.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611CDE-7819-188C-191E-F2F8D71C1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1690688"/>
            <a:ext cx="5887272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5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8DFC3-9D53-41BF-6406-5E79CA18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266334-C477-CE06-8703-BA481E352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60648" cy="4351338"/>
          </a:xfrm>
        </p:spPr>
        <p:txBody>
          <a:bodyPr>
            <a:normAutofit/>
          </a:bodyPr>
          <a:lstStyle/>
          <a:p>
            <a:r>
              <a:rPr lang="fr-CA" sz="1600" dirty="0"/>
              <a:t>On peut observer que notre image peut réduire le </a:t>
            </a:r>
            <a:r>
              <a:rPr lang="fr-CA" sz="1600" dirty="0" err="1"/>
              <a:t>workload</a:t>
            </a:r>
            <a:r>
              <a:rPr lang="fr-CA" sz="1600" dirty="0"/>
              <a:t> et peut se concentrer sur les zones plus denses</a:t>
            </a:r>
          </a:p>
          <a:p>
            <a:r>
              <a:rPr lang="fr-CA" sz="1600" dirty="0"/>
              <a:t>512 shots*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E50FD65-8998-D3D1-AC16-A13FD2F5E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265" y="0"/>
            <a:ext cx="7679735" cy="195051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5FD4FFD-3797-3C96-0B74-25DC503CD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4" y="3157715"/>
            <a:ext cx="5364478" cy="188014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21D9E91-B2EA-9FDE-DCFF-29041113F981}"/>
              </a:ext>
            </a:extLst>
          </p:cNvPr>
          <p:cNvSpPr txBox="1"/>
          <p:nvPr/>
        </p:nvSpPr>
        <p:spPr>
          <a:xfrm>
            <a:off x="640080" y="5376672"/>
            <a:ext cx="5724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Quantum scan : 15258.0 ms</a:t>
            </a:r>
          </a:p>
          <a:p>
            <a:r>
              <a:rPr lang="fr-CA" dirty="0"/>
              <a:t>Canny (</a:t>
            </a:r>
            <a:r>
              <a:rPr lang="fr-CA" dirty="0" err="1"/>
              <a:t>crops</a:t>
            </a:r>
            <a:r>
              <a:rPr lang="fr-CA" dirty="0"/>
              <a:t>): 0.91 ms</a:t>
            </a:r>
          </a:p>
          <a:p>
            <a:r>
              <a:rPr lang="fr-CA" dirty="0"/>
              <a:t>Reduction : 84.4% | Edge </a:t>
            </a:r>
            <a:r>
              <a:rPr lang="fr-CA" dirty="0" err="1"/>
              <a:t>recall</a:t>
            </a:r>
            <a:r>
              <a:rPr lang="fr-CA" dirty="0"/>
              <a:t>: 60.8%</a:t>
            </a:r>
          </a:p>
          <a:p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AE3D053-1B95-4B69-F84B-593C1483B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64" y="3157714"/>
            <a:ext cx="5364480" cy="188014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5E3ED3C-CCBF-7793-1E5F-2060E2A4D3BC}"/>
              </a:ext>
            </a:extLst>
          </p:cNvPr>
          <p:cNvSpPr txBox="1"/>
          <p:nvPr/>
        </p:nvSpPr>
        <p:spPr>
          <a:xfrm>
            <a:off x="5605272" y="5515171"/>
            <a:ext cx="6812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Quantum scan : 2515.4 ms (16 zones vs 256 patches in </a:t>
            </a:r>
            <a:r>
              <a:rPr lang="fr-CA" dirty="0" err="1"/>
              <a:t>grid</a:t>
            </a:r>
            <a:r>
              <a:rPr lang="fr-CA" dirty="0"/>
              <a:t> mode)</a:t>
            </a:r>
          </a:p>
          <a:p>
            <a:r>
              <a:rPr lang="fr-CA" dirty="0"/>
              <a:t>Canny (</a:t>
            </a:r>
            <a:r>
              <a:rPr lang="fr-CA" dirty="0" err="1"/>
              <a:t>crops</a:t>
            </a:r>
            <a:r>
              <a:rPr lang="fr-CA" dirty="0"/>
              <a:t>): 0.42 ms</a:t>
            </a:r>
          </a:p>
          <a:p>
            <a:r>
              <a:rPr lang="fr-CA" dirty="0"/>
              <a:t>Reduction : 62.5% | Edge </a:t>
            </a:r>
            <a:r>
              <a:rPr lang="fr-CA" dirty="0" err="1"/>
              <a:t>recall</a:t>
            </a:r>
            <a:r>
              <a:rPr lang="fr-CA" dirty="0"/>
              <a:t>: 77.9%</a:t>
            </a:r>
          </a:p>
        </p:txBody>
      </p:sp>
    </p:spTree>
    <p:extLst>
      <p:ext uri="{BB962C8B-B14F-4D97-AF65-F5344CB8AC3E}">
        <p14:creationId xmlns:p14="http://schemas.microsoft.com/office/powerpoint/2010/main" val="401575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F1AB5-87D6-8CE5-B2EC-E0330C21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4CA4C1-42D3-522D-E3E5-6A4710912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219325" cy="4419126"/>
          </a:xfrm>
        </p:spPr>
        <p:txBody>
          <a:bodyPr/>
          <a:lstStyle/>
          <a:p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EB54892-DAE9-E869-C6AA-4001DDAF8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018" y="613249"/>
            <a:ext cx="8672982" cy="2289816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E0683C4-37C8-747D-7202-588E025EA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50000"/>
          <a:stretch>
            <a:fillRect/>
          </a:stretch>
        </p:blipFill>
        <p:spPr bwMode="auto">
          <a:xfrm>
            <a:off x="2971800" y="3073958"/>
            <a:ext cx="3048000" cy="306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D1070B9-8950-E020-F84E-67CC52F56B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1" r="50000" b="4421"/>
          <a:stretch>
            <a:fillRect/>
          </a:stretch>
        </p:blipFill>
        <p:spPr bwMode="auto">
          <a:xfrm>
            <a:off x="8948737" y="3087214"/>
            <a:ext cx="3105150" cy="315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9134B88-5501-BB59-AF46-00906C80AE5C}"/>
              </a:ext>
            </a:extLst>
          </p:cNvPr>
          <p:cNvSpPr txBox="1"/>
          <p:nvPr/>
        </p:nvSpPr>
        <p:spPr>
          <a:xfrm>
            <a:off x="3090862" y="6326663"/>
            <a:ext cx="280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64x64 pixels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1AB8BA5-F41E-7857-C55E-D12615F00753}"/>
              </a:ext>
            </a:extLst>
          </p:cNvPr>
          <p:cNvSpPr txBox="1"/>
          <p:nvPr/>
        </p:nvSpPr>
        <p:spPr>
          <a:xfrm>
            <a:off x="9143999" y="6339919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256x256 pixels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A6A811AB-63A4-6757-5CCD-7693A275BA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76"/>
          <a:stretch>
            <a:fillRect/>
          </a:stretch>
        </p:blipFill>
        <p:spPr bwMode="auto">
          <a:xfrm>
            <a:off x="5925684" y="3052386"/>
            <a:ext cx="3117170" cy="310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E275736-C203-5918-B0CC-800C716E3A09}"/>
              </a:ext>
            </a:extLst>
          </p:cNvPr>
          <p:cNvSpPr txBox="1"/>
          <p:nvPr/>
        </p:nvSpPr>
        <p:spPr>
          <a:xfrm>
            <a:off x="6117430" y="6335117"/>
            <a:ext cx="280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128x128 pixels</a:t>
            </a:r>
          </a:p>
        </p:txBody>
      </p:sp>
    </p:spTree>
    <p:extLst>
      <p:ext uri="{BB962C8B-B14F-4D97-AF65-F5344CB8AC3E}">
        <p14:creationId xmlns:p14="http://schemas.microsoft.com/office/powerpoint/2010/main" val="287936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0F3584-6F1C-8A80-CA92-D3A29FD7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Limite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B1FF67-26D9-E5FA-2B80-D38F230FE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L’ordinateur quantique lui-même</a:t>
            </a:r>
          </a:p>
          <a:p>
            <a:r>
              <a:rPr lang="fr-CA" dirty="0"/>
              <a:t>Temps pour réaliser le projet et expérimenter</a:t>
            </a:r>
          </a:p>
          <a:p>
            <a:r>
              <a:rPr lang="fr-CA" dirty="0" err="1"/>
              <a:t>Heatmap</a:t>
            </a:r>
            <a:r>
              <a:rPr lang="fr-CA" dirty="0"/>
              <a:t> avec NEQR est trop lent.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54630A7-1CC4-D5BB-7B45-B94819031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56" r="24264"/>
          <a:stretch>
            <a:fillRect/>
          </a:stretch>
        </p:blipFill>
        <p:spPr bwMode="auto">
          <a:xfrm>
            <a:off x="7010400" y="3333750"/>
            <a:ext cx="5181600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3CF727F-E7C9-92E6-9D17-4E224ABDA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9" y="3460432"/>
            <a:ext cx="4843462" cy="252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08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420</Words>
  <Application>Microsoft Office PowerPoint</Application>
  <PresentationFormat>Grand écran</PresentationFormat>
  <Paragraphs>64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Prétraitement d’image pour la détection de rebords</vt:lpstr>
      <vt:lpstr>Détection de rebords</vt:lpstr>
      <vt:lpstr>Le problème de la taille</vt:lpstr>
      <vt:lpstr>Notre concept</vt:lpstr>
      <vt:lpstr>Exemple théorique</vt:lpstr>
      <vt:lpstr>Ce que nous voulons générer idéalement</vt:lpstr>
      <vt:lpstr>Technologie employée</vt:lpstr>
      <vt:lpstr>Le prototype</vt:lpstr>
      <vt:lpstr>Résultats</vt:lpstr>
      <vt:lpstr>Résultats</vt:lpstr>
      <vt:lpstr>Limite du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Bellemare, Jordan</dc:creator>
  <cp:lastModifiedBy>Bellemare, Jordan</cp:lastModifiedBy>
  <cp:revision>1</cp:revision>
  <dcterms:created xsi:type="dcterms:W3CDTF">2026-06-02T02:27:58Z</dcterms:created>
  <dcterms:modified xsi:type="dcterms:W3CDTF">2026-06-02T19:14:18Z</dcterms:modified>
</cp:coreProperties>
</file>